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6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38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2C6676-6336-48A3-9AFF-BEEF1DC2F04E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FE7AC-06A2-4B22-8A0E-B495546C19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449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258CC-162C-F88A-FBC5-D98FF7FF0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2BA292-0EA3-4DB7-51E1-45E367061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3FE2F-D218-EDE4-FB5C-73ECC149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DDF75-98F2-46ED-BF41-6841AACD6D7B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5E19D3-BB1E-1DDD-812E-7C60FF2A0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DF48D6-BB4C-F655-4F6F-7EE418708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79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DFC1-2CDC-7030-F9C8-E69D6983F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67990-B18E-BDE7-9F61-56863D9E5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67D94-67A3-B4D2-5BB7-F9AB0FA36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C0A48-F169-4868-950C-C0BF07077612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B2D32-CD62-066D-4E7B-7CFEAA5EF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6F180-E724-DDDA-6B2E-039E6A737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27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6DF51-BEB9-7953-5962-91DD016C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01B8C-DB89-F40D-0387-B0010B4DA6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C9CE6-3AB7-5E39-EE48-DABE6279E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A2A41-BF1E-433D-A63D-7B1C861340FC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63077-B025-FA3F-315C-E30735C2F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84631-FDE9-6991-4E1B-5480CF145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138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354BF-D811-604F-86C2-F43AB1918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89241-02D1-B90E-C12D-03843B14C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66E7A-3201-0FCD-4256-7B0557E4D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61A8CD-CF8C-8955-9C8D-838572F9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C828-9A8F-478D-A9BD-9DF638EF5087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9F45BA-CFA4-ECA5-EE0A-06FDBCD16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E05F9E-BD18-236F-28F4-EC63B58C7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BA305-F78F-8A01-A8E4-638E1624E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ED0DCB-5BC1-EE8A-4D33-5FCC4AF65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7B775F-321A-D7BC-6F64-A37BBF7C4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A23650-BFFB-DF5E-B863-F4B1C46BD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FA7A4C-1434-B617-5CE0-E7A3366215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856E56-1645-2B0E-0DC1-A6FDDB6E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5BE8B-17AA-452E-AF5A-A805E1055FA1}" type="datetime1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BEE350-C97A-E546-8004-074D6B531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E63C69-366E-2EE0-2E61-160E0AD8E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8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4F136-B277-6600-FE44-2E470A4AE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8B3A8B-77B5-C37C-32F9-F9DC06F9F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85E3C-251E-4292-87F6-2212204ECA2B}" type="datetime1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8CB019-F8F4-4DD1-B57B-66C830FDC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A1398-CA3B-AFA8-5233-2B56FF74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388A72-0574-E776-190E-49E0DC629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E1260-D33D-47AA-B882-BF3928478AF5}" type="datetime1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C6C8B-3C58-09DE-01A7-750E86803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AAD66-5655-62F8-CB27-732178CF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86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01D65-89E0-43DF-FDD9-6466625D4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36B76-41FD-73BE-E9FA-11AC8233E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E2FF38-F5D8-FBB4-D555-235881FC8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BABB0B-7472-BA9D-C622-842912425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BFB52-2362-45D7-B8C5-B12D0BF071AA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CBCEA-1226-D81D-8D8A-8578AF1F8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1185A0-A488-013D-2A47-6B680B44F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49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A5063-6A44-1467-AD3B-1856232C3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DB25FF-6E21-75A7-104A-CA5114BA0E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ABCD75-43BB-85F3-7F90-982B0718B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6F0603-C938-E891-0E62-764BD119F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D3117-01EB-4EF8-81B5-FD92832B6B5C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2CE2FD-C0F9-CEEC-7FE9-1993A4316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A775-ACDD-4B24-D6B4-60B64E8C1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662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9A70D-F889-DDF6-21BC-A1D8AA5E2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D4FA-09DB-81C0-E6D6-4308DA9C2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17270-8668-A940-3FB3-D6D522C20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15F622-135A-4D3C-84CD-5A493CC35A1E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B1157-9B88-E5BD-9121-295BCA80C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B3494B-2E05-7BD6-FFAE-C327CB9B8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57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F30F3F-F3E0-BDB7-1C2A-930C1148EC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EA2F6E-7E5A-8F97-9980-0A023E72F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3A034-91D6-F52A-2947-224E33148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C9CC1-F0A8-4A5B-ACDF-9BD8C810563B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5DFD3-CBEF-4596-7F6C-421F02162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484EA-2E1C-FB8C-1230-259E74228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841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EC572E-BBE3-E69E-50CA-519AE9468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852"/>
            <a:ext cx="10515600" cy="748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C5833-CB50-EABA-EDC9-2BA0ECFDB4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34101"/>
            <a:ext cx="10515600" cy="46428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5AA17E-D486-A341-206C-1D75F5A3E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0CE0A7F4-AB13-430E-9DF9-A5874CB1FEEE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2B1E9-C1F1-EAAF-FE9D-506022892A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D0027-704C-2270-9BE7-628116D87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CAE0FC8-C62F-4561-A15C-F1B23659363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03DD05-51D0-6837-808F-7C956874421C}"/>
              </a:ext>
            </a:extLst>
          </p:cNvPr>
          <p:cNvSpPr/>
          <p:nvPr userDrawn="1"/>
        </p:nvSpPr>
        <p:spPr>
          <a:xfrm>
            <a:off x="-1" y="-18838"/>
            <a:ext cx="12192001" cy="61516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EA719-6F67-2580-D260-7B437824B62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1" y="0"/>
            <a:ext cx="1556198" cy="4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349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FDED4-43DA-7CBE-8DBB-9309757643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Podpora </a:t>
            </a:r>
            <a:r>
              <a:rPr lang="en-US" dirty="0" err="1"/>
              <a:t>výu</a:t>
            </a:r>
            <a:r>
              <a:rPr lang="sk-SK" dirty="0"/>
              <a:t>č</a:t>
            </a:r>
            <a:r>
              <a:rPr lang="en-US" dirty="0"/>
              <a:t>by v </a:t>
            </a:r>
            <a:r>
              <a:rPr lang="en-US" dirty="0" err="1"/>
              <a:t>Laboratóriu</a:t>
            </a:r>
            <a:r>
              <a:rPr lang="en-US" dirty="0"/>
              <a:t> </a:t>
            </a:r>
            <a:r>
              <a:rPr lang="en-US" dirty="0" err="1"/>
              <a:t>kybernetiky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2E7938-B366-D4C5-BB1F-BC0940CB2B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Vykonal</a:t>
            </a:r>
            <a:r>
              <a:rPr lang="ru-RU" dirty="0"/>
              <a:t>: </a:t>
            </a:r>
            <a:r>
              <a:rPr lang="en-US" dirty="0" err="1"/>
              <a:t>Bc</a:t>
            </a:r>
            <a:r>
              <a:rPr lang="en-US" dirty="0"/>
              <a:t>. Andrii Stoliar </a:t>
            </a:r>
          </a:p>
          <a:p>
            <a:r>
              <a:rPr lang="en-US" dirty="0" err="1"/>
              <a:t>Vedúci</a:t>
            </a:r>
            <a:r>
              <a:rPr lang="ru-RU" dirty="0"/>
              <a:t>: </a:t>
            </a:r>
            <a:r>
              <a:rPr lang="en-US" dirty="0"/>
              <a:t>Ing. Marián </a:t>
            </a:r>
            <a:r>
              <a:rPr lang="en-US" dirty="0" err="1"/>
              <a:t>Tárník</a:t>
            </a:r>
            <a:r>
              <a:rPr lang="en-US" dirty="0"/>
              <a:t>, PhD.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F66C22-E89E-9B5D-2C6B-00A6ECBA4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050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AECF5-6C36-AF14-D123-FA7DE2219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KUT (</a:t>
            </a:r>
            <a:r>
              <a:rPr lang="sk-SK" dirty="0"/>
              <a:t>Krátke učebné texty)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A704A-C3F9-563D-F783-76DD065FA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16C15-E17E-CF98-476B-3C01830EB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790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3554B-D04D-D28C-52F3-0CACBCFFF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Laboratórne</a:t>
            </a:r>
            <a:r>
              <a:rPr lang="en-US" dirty="0"/>
              <a:t> </a:t>
            </a:r>
            <a:r>
              <a:rPr lang="en-US" dirty="0" err="1"/>
              <a:t>zariadenie</a:t>
            </a:r>
            <a:r>
              <a:rPr lang="en-US" dirty="0"/>
              <a:t> 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5A6F2-F71D-2B36-B0BF-E4B22FE29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D4F671-EA52-0638-DF19-33708262E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34101"/>
            <a:ext cx="5497945" cy="289826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6DEB083-04DB-9C8E-2DE0-2E91DD0D1751}"/>
              </a:ext>
            </a:extLst>
          </p:cNvPr>
          <p:cNvSpPr txBox="1"/>
          <p:nvPr/>
        </p:nvSpPr>
        <p:spPr>
          <a:xfrm>
            <a:off x="2183637" y="4548037"/>
            <a:ext cx="34805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Obr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1: </a:t>
            </a:r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Laboratórne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zariadenie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TS s </a:t>
            </a:r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ozna</a:t>
            </a:r>
            <a:r>
              <a:rPr lang="sk-SK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č</a:t>
            </a:r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ením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jednotlivých</a:t>
            </a:r>
            <a:r>
              <a:rPr lang="sk-SK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komponentov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systému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958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6BBDE-FC23-471C-965C-3949F22132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Ďakujeme</a:t>
            </a:r>
            <a:r>
              <a:rPr lang="en-US" dirty="0"/>
              <a:t> za </a:t>
            </a:r>
            <a:r>
              <a:rPr lang="en-US" dirty="0" err="1"/>
              <a:t>pozornosť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A1EBA0-A3B6-09FB-BAE8-3FF64FF566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Máte</a:t>
            </a:r>
            <a:r>
              <a:rPr lang="en-US" dirty="0"/>
              <a:t> </a:t>
            </a:r>
            <a:r>
              <a:rPr lang="en-US" dirty="0" err="1"/>
              <a:t>nejaké</a:t>
            </a:r>
            <a:r>
              <a:rPr lang="en-US" dirty="0"/>
              <a:t> </a:t>
            </a:r>
            <a:r>
              <a:rPr lang="en-US" dirty="0" err="1"/>
              <a:t>otázky</a:t>
            </a:r>
            <a:r>
              <a:rPr lang="en-US" dirty="0"/>
              <a:t>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C19B4-25E5-0439-C24E-0B6A42C0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E0FC8-C62F-4561-A15C-F1B236593633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2698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537</TotalTime>
  <Words>57</Words>
  <Application>Microsoft Office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Times New Roman</vt:lpstr>
      <vt:lpstr>Office Theme</vt:lpstr>
      <vt:lpstr>Podpora výučby v Laboratóriu kybernetiky</vt:lpstr>
      <vt:lpstr>KUT (Krátke učebné texty)</vt:lpstr>
      <vt:lpstr>Laboratórne zariadenie TS</vt:lpstr>
      <vt:lpstr>Ďakujeme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Andrii Stoliar</dc:creator>
  <cp:lastModifiedBy>Andrii Stoliar</cp:lastModifiedBy>
  <cp:revision>5</cp:revision>
  <dcterms:created xsi:type="dcterms:W3CDTF">2026-04-11T17:08:44Z</dcterms:created>
  <dcterms:modified xsi:type="dcterms:W3CDTF">2026-05-18T21:22:57Z</dcterms:modified>
</cp:coreProperties>
</file>